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Probe only. Canva conversion and editability must be verified in the real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Probe only. Canva conversion and editability must be verified in the real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1.headline"/>
          <p:cNvSpPr/>
          <p:nvPr/>
        </p:nvSpPr>
        <p:spPr>
          <a:xfrm>
            <a:off x="731520" y="640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91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editability probe 1</a:t>
            </a:r>
            <a:endParaRPr lang="en-US" sz="3200" dirty="0"/>
          </a:p>
        </p:txBody>
      </p:sp>
      <p:sp>
        <p:nvSpPr>
          <p:cNvPr id="3" name="probe1.body"/>
          <p:cNvSpPr/>
          <p:nvPr/>
        </p:nvSpPr>
        <p:spPr>
          <a:xfrm>
            <a:off x="73152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and edit each text, rectangle, circle, line, and image independently.</a:t>
            </a:r>
            <a:endParaRPr lang="en-US" sz="1800" dirty="0"/>
          </a:p>
        </p:txBody>
      </p:sp>
      <p:sp>
        <p:nvSpPr>
          <p:cNvPr id="4" name="probe1.rectangle"/>
          <p:cNvSpPr/>
          <p:nvPr/>
        </p:nvSpPr>
        <p:spPr>
          <a:xfrm>
            <a:off x="731520" y="2743200"/>
            <a:ext cx="274320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probe1.circle"/>
          <p:cNvSpPr/>
          <p:nvPr/>
        </p:nvSpPr>
        <p:spPr>
          <a:xfrm>
            <a:off x="4114800" y="2743200"/>
            <a:ext cx="1463040" cy="1463040"/>
          </a:xfrm>
          <a:prstGeom prst="ellipse">
            <a:avLst/>
          </a:prstGeom>
          <a:solidFill>
            <a:srgbClr val="1917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probe1.line"/>
          <p:cNvSpPr/>
          <p:nvPr/>
        </p:nvSpPr>
        <p:spPr>
          <a:xfrm>
            <a:off x="731520" y="5029200"/>
            <a:ext cx="82296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pic>
        <p:nvPicPr>
          <p:cNvPr id="7" name="probe1.image" descr="GraphicRouter routing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7432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2.headline"/>
          <p:cNvSpPr/>
          <p:nvPr/>
        </p:nvSpPr>
        <p:spPr>
          <a:xfrm>
            <a:off x="731520" y="640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91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editability probe 2</a:t>
            </a:r>
            <a:endParaRPr lang="en-US" sz="3200" dirty="0"/>
          </a:p>
        </p:txBody>
      </p:sp>
      <p:sp>
        <p:nvSpPr>
          <p:cNvPr id="3" name="probe2.body"/>
          <p:cNvSpPr/>
          <p:nvPr/>
        </p:nvSpPr>
        <p:spPr>
          <a:xfrm>
            <a:off x="73152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6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and edit each text, rectangle, circle, line, and image independently.</a:t>
            </a:r>
            <a:endParaRPr lang="en-US" sz="1800" dirty="0"/>
          </a:p>
        </p:txBody>
      </p:sp>
      <p:sp>
        <p:nvSpPr>
          <p:cNvPr id="4" name="probe2.rectangle"/>
          <p:cNvSpPr/>
          <p:nvPr/>
        </p:nvSpPr>
        <p:spPr>
          <a:xfrm>
            <a:off x="731520" y="2743200"/>
            <a:ext cx="274320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probe2.circle"/>
          <p:cNvSpPr/>
          <p:nvPr/>
        </p:nvSpPr>
        <p:spPr>
          <a:xfrm>
            <a:off x="4114800" y="2743200"/>
            <a:ext cx="1463040" cy="1463040"/>
          </a:xfrm>
          <a:prstGeom prst="ellipse">
            <a:avLst/>
          </a:prstGeom>
          <a:solidFill>
            <a:srgbClr val="1917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probe2.line"/>
          <p:cNvSpPr/>
          <p:nvPr/>
        </p:nvSpPr>
        <p:spPr>
          <a:xfrm>
            <a:off x="731520" y="5029200"/>
            <a:ext cx="82296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pic>
        <p:nvPicPr>
          <p:cNvPr id="7" name="probe2.image" descr="GraphicRouter routing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7432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2026-10-15T04:31:13Z</dcterms:created>
  <dcterms:modified xsi:type="dcterms:W3CDTF">2026-10-15T04:31:13Z</dcterms:modified>
</cp:coreProperties>
</file>